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240000">
            <a:off x="-1764792" y="2240280"/>
            <a:ext cx="13798296" cy="3831336"/>
          </a:xfrm>
          <a:prstGeom prst="swooshArrow">
            <a:avLst>
              <a:gd name="adj1" fmla="val 25000"/>
              <a:gd name="adj2" fmla="val 2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swooshArrow test (opaque blue)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